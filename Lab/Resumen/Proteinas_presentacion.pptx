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Proteínas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86000"/>
            <a:ext cx="7616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Resumen visual — basado en Nina Parker et al., Microbiology (2021)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Generado con ayuda de ChatGPT — imágenes esquemáticas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Objetivos de aprendizaje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Describir la estructura de un aminoácido.</a:t>
            </a:r>
          </a:p>
          <a:p>
            <a:pPr>
              <a:defRPr sz="1600"/>
            </a:pPr>
            <a:r>
              <a:t>Explicar el enlace peptídico.</a:t>
            </a:r>
          </a:p>
          <a:p>
            <a:pPr>
              <a:defRPr sz="1600"/>
            </a:pPr>
            <a:r>
              <a:t>Resumir los cuatro niveles de estructura.</a:t>
            </a:r>
          </a:p>
          <a:p>
            <a:pPr>
              <a:defRPr sz="1600"/>
            </a:pPr>
            <a:r>
              <a:t>Ejemplos clínicos (p.ej., fibrosis quística).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Fuente: Microbiology (Nina Parker et al., 2021) — imágenes esquemáticas añadidas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¿Qué es un aminoácido?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H, –COOH, –NH2 en α-carbono.</a:t>
            </a:r>
          </a:p>
          <a:p>
            <a:pPr>
              <a:defRPr sz="1600"/>
            </a:pPr>
            <a:r>
              <a:t>Cadena lateral R determina propiedades.</a:t>
            </a:r>
          </a:p>
          <a:p>
            <a:pPr>
              <a:defRPr sz="1600"/>
            </a:pPr>
            <a:r>
              <a:t>Monómeros de péptidos y proteínas.</a:t>
            </a:r>
          </a:p>
        </p:txBody>
      </p:sp>
      <p:pic>
        <p:nvPicPr>
          <p:cNvPr id="5" name="Picture 4" descr="amino_ac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097280"/>
            <a:ext cx="3657600" cy="121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Fuente: Microbiology (Nina Parker et al., 2021) — imágenes esquemáticas añadidas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Enlace peptídico y polímeros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Síntesis por deshidratación → enlace peptídico + H₂O.</a:t>
            </a:r>
          </a:p>
          <a:p>
            <a:pPr>
              <a:defRPr sz="1600"/>
            </a:pPr>
            <a:r>
              <a:t>Dipeptido, polipéptido, proteína.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Fuente: Microbiology (Nina Parker et al., 2021) — imágenes esquemáticas añadidas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Niveles de estructura proteica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Primaria: secuencia.</a:t>
            </a:r>
          </a:p>
          <a:p>
            <a:pPr>
              <a:defRPr sz="1600"/>
            </a:pPr>
            <a:r>
              <a:t>Secundaria: α-hélice y β-sheet.</a:t>
            </a:r>
          </a:p>
          <a:p>
            <a:pPr>
              <a:defRPr sz="1600"/>
            </a:pPr>
            <a:r>
              <a:t>Terciaria: plegamiento 3D.</a:t>
            </a:r>
          </a:p>
          <a:p>
            <a:pPr>
              <a:defRPr sz="1600"/>
            </a:pPr>
            <a:r>
              <a:t>Cuarternaria: subunidades (p.ej., hemoglobina).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Fuente: Microbiology (Nina Parker et al., 2021) — imágenes esquemáticas añadidas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Estructuras secundarias — α-hélice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Plegamiento estabilizado por puentes H en el backbone.</a:t>
            </a:r>
          </a:p>
          <a:p>
            <a:pPr>
              <a:defRPr sz="1600"/>
            </a:pPr>
            <a:r>
              <a:t>Común en proteínas transmembrana y solubles.</a:t>
            </a:r>
          </a:p>
        </p:txBody>
      </p:sp>
      <p:pic>
        <p:nvPicPr>
          <p:cNvPr id="5" name="Picture 4" descr="alpha_hel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097280"/>
            <a:ext cx="3657600" cy="4876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Fuente: Microbiology (Nina Parker et al., 2021) — imágenes esquemáticas añadidas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Estructuras secundarias — β-sheet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Hojas β plegadas estabilizadas por puentes H.</a:t>
            </a:r>
          </a:p>
          <a:p>
            <a:pPr>
              <a:defRPr sz="1600"/>
            </a:pPr>
            <a:r>
              <a:t>Pueden ser paralelas o antiparalelas.</a:t>
            </a:r>
          </a:p>
        </p:txBody>
      </p:sp>
      <p:pic>
        <p:nvPicPr>
          <p:cNvPr id="5" name="Picture 4" descr="beta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097280"/>
            <a:ext cx="3657600" cy="121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Fuente: Microbiology (Nina Parker et al., 2021) — imágenes esquemáticas añadidas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Fuerzas que estabilizan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Puentes disulfuro entre cisteínas.</a:t>
            </a:r>
          </a:p>
          <a:p>
            <a:pPr>
              <a:defRPr sz="1600"/>
            </a:pPr>
            <a:r>
              <a:t>Puentes de H, interacciones iónicas y hidrofóbicas.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Fuente: Microbiology (Nina Parker et al., 2021) — imágenes esquemáticas añadidas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Plegamiento y desnaturalización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Plegamiento correcto = función; desnaturalización = pérdida de estructura.</a:t>
            </a:r>
          </a:p>
          <a:p>
            <a:pPr>
              <a:defRPr sz="1600"/>
            </a:pPr>
            <a:r>
              <a:t>Causas: pH, temperatura, agentes químicos.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Fuente: Microbiology (Nina Parker et al., 2021) — imágenes esquemáticas añadidas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Proteínas de membrana y conjugadas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Glicoproteínas y lipoproteínas.</a:t>
            </a:r>
          </a:p>
          <a:p>
            <a:pPr>
              <a:defRPr sz="1600"/>
            </a:pPr>
            <a:r>
              <a:t>Proteínas integrales (transmembrana) vs periféricas.</a:t>
            </a:r>
          </a:p>
        </p:txBody>
      </p:sp>
      <p:pic>
        <p:nvPicPr>
          <p:cNvPr id="5" name="Picture 4" descr="cf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097280"/>
            <a:ext cx="36576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Fuente: Microbiology (Nina Parker et al., 2021) — imágenes esquemáticas añadidas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Ejemplo clínico: Fibrosis quística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Mutación ΔF508 en CFTR → proteína mal plegada.</a:t>
            </a:r>
          </a:p>
          <a:p>
            <a:pPr>
              <a:defRPr sz="1600"/>
            </a:pPr>
            <a:r>
              <a:t>Moco espeso, infecciones crónicas, biofilms.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Fuente: Microbiology (Nina Parker et al., 2021) — imágenes esquemáticas añadidas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Funciones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Enzimas, estructura, transporte, señalización, defensa.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Fuente: Microbiology (Nina Parker et al., 2021) — imágenes esquemáticas añadidas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Cómo se estudian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SDS-PAGE, cromatografía, espectrometría de masas.</a:t>
            </a:r>
          </a:p>
          <a:p>
            <a:pPr>
              <a:defRPr sz="1600"/>
            </a:pPr>
            <a:r>
              <a:t>Ensayos de actividad enzimática.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Fuente: Microbiology (Nina Parker et al., 2021) — imágenes esquemáticas añadidas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Referencias y mejoras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Basado en: Microbiology, Nina Parker et al. (2021).</a:t>
            </a:r>
          </a:p>
          <a:p>
            <a:pPr>
              <a:defRPr sz="1600"/>
            </a:pPr>
            <a:r>
              <a:t>Sugerencia: añadir imágenes reales y diagramas de alta calidad si quieres presentar.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Fuente: Microbiology (Nina Parker et al., 2021) — imágenes esquemáticas añadidas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